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0" r:id="rId21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BANK MARKETING</a:t>
            </a:r>
            <a:br/>
            <a:r>
              <a:t>CLASSIFICATION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971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2E1F5"/>
                </a:solidFill>
              </a:defRPr>
            </a:pPr>
            <a:r>
              <a:t>Exploratory Data Analysis • Data Preprocessing • Feature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5303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by: Magarasi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Objective: analyze bank-marketing customer data and prepare it for classification of the target variable y.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notebook loads bank.csv, explores the dataset, checks data quality, studies numerical correlations, cleans categories and handles outliers.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target y contains two classes: YES and NO.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preprocessing pipeline includes label encoding and one-hot encoding for selected categorical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Dataset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Observed directly from the project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27632"/>
            <a:ext cx="19568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A66AD"/>
                </a:solidFill>
              </a:defRPr>
            </a:pPr>
            <a:r>
              <a:t>41,188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1956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286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627632"/>
            <a:ext cx="19568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A66AD"/>
                </a:solidFill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212848"/>
            <a:ext cx="1956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Original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463040"/>
            <a:ext cx="2286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627632"/>
            <a:ext cx="19568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A66AD"/>
                </a:solidFill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212848"/>
            <a:ext cx="1956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Duplicate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463040"/>
            <a:ext cx="22860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627632"/>
            <a:ext cx="19568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7D5C"/>
                </a:solidFill>
              </a:defRPr>
            </a:pPr>
            <a:r>
              <a:t>YES /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212848"/>
            <a:ext cx="19568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Target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Dataset is loaded from bank.csv using pandas.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target column is y.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Features include demographic, contact, campaign and economic variables.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Important Features in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Demographic: age, job, marital, education.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Financial/status: default, housing, loan.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Contact/campaign: contact, month, day_of_week, duration, campaign, pdays, previous, poutcome.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Economic indicators: emp.var.rate, cons.price.idx, cons.conf.idx, euribor3m, nr.employed.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Target: y — whether the customer belongs to the YES or NO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Data Quality &amp;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Dataset shape checked: 41,188 rows × 21 columns.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Missing-value checks were performed using isnull() and isna().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Duplicate records were checked; 12 duplicates were detected.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Descriptive statistics were generated for numerical variables.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A correlation matrix and heatmap were created for numerical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Target Class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292608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C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673351"/>
            <a:ext cx="2596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8936"/>
                </a:solidFill>
              </a:defRPr>
            </a:pPr>
            <a:r>
              <a:t>36,548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25856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NO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08760"/>
            <a:ext cx="292608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673351"/>
            <a:ext cx="2596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E7D5C"/>
                </a:solidFill>
              </a:defRPr>
            </a:pPr>
            <a:r>
              <a:t>4,640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25856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YES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292608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73351"/>
            <a:ext cx="25968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A66AD"/>
                </a:solidFill>
              </a:defRPr>
            </a:pPr>
            <a:r>
              <a:t>12.9%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25856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YES class (approx.)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target is strongly imbalanced, with many more NO observations than YES observations.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This imbalance is important when evaluating a classification model.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Accuracy should be considered together with precision, recall, F1-score and the confusion matrix in the modeling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Data Cleaning &amp; Category Standardization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Target y was standardized from yes/no to YES/NO and later label encoded.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default, housing and loan: yes/no/unknown were standardized to YES/NO/OTHERS.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marital: married/single were retained as named groups; divorced/unknown were grouped as OTHERS.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education categories were grouped into broader labels such as BASIC, HIGH_SCHOOL, PROF_COURSE and UG.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This reduces inconsistent category naming before encoding.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Outlier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Boxplots were used to inspect numerical variables for extreme values.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An IQR-based method was implemented for numerical columns.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Q1 and Q3 were calculated for each numerical feature.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IQR = Q3 − Q1.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Values below Q1 − 1.5×IQR or above Q3 + 1.5×IQR were replaced by the corresponding boundary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Feature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LabelEncoder was used for the binary target y.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OneHotEncoder was used for categorical features.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notebook encodes job, marital and education into binary indicator columns.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encoded dataset shown in the notebook contains 38 columns.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Before SMOTE/model training, all remaining categorical predictors must also be converted to numerical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Correlation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Numerical-feature relationships from the notebook</a:t>
            </a:r>
          </a:p>
        </p:txBody>
      </p:sp>
      <p:pic>
        <p:nvPicPr>
          <p:cNvPr id="5" name="Picture 4" descr="heatma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Machine Learning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Load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6232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56232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Explore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984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Clean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45736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Encode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Split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Balance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9992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Train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24744" y="2011680"/>
            <a:ext cx="1170432" cy="1143000"/>
          </a:xfrm>
          <a:prstGeom prst="roundRect">
            <a:avLst/>
          </a:prstGeom>
          <a:solidFill>
            <a:srgbClr val="F1F6FC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24744" y="2176272"/>
            <a:ext cx="1170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A66AD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0464" y="2606040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D37"/>
                </a:solidFill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319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Recommended next modeling step: use SMOTE only after every predictor is numerical and after the train/test split.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Candidate classification algorithms for the project can include Logistic Regression, Decision Tree, Naive Bayes and Random Forest.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Compare models using accuracy, precision, recall, F1-score and confusion matrix.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Expected Project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A cleaned and encoded bank-marketing dataset ready for machine learning.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Identification of class imbalance in the target variable.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Balanced training data using an appropriate oversampling technique such as SMOTE.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Comparison of multiple classification algorithms.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Selection of a suitable model based on evaluation metrics rather than accuracy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project successfully performs the major data-preparation steps on the bank-marketing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dataset contains 41,188 records and 21 original columns, with y as the binary target.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EDA revealed class imbalance and 12 duplicate records.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Categorical standardization, outlier treatment and feature encoding were implemented.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The prepared data provides the foundation for the classification and model-comparison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2E1F5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824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53"/>
            <a:ext cx="12191695" cy="67228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